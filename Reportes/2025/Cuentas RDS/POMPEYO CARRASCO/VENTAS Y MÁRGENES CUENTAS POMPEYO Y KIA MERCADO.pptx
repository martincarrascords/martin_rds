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68974-BC40-21C0-F932-A9039DE34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C323B-B980-3C00-EC0A-D26D44831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36B315-D954-2D5D-F70A-EBDEBD38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444B1F-1E11-6766-0881-1DEBD880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F0405F-0933-68E1-9C6E-22EE1F1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923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45D5-8565-C963-F33E-0FAA8C3D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CE00E-FA32-494A-6523-9EAE83B2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C4357-7994-8B91-B60D-EC28253D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1825D-9AEC-13F7-5ADD-E78A0802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360878-4171-E125-DF35-B31BD9A3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85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3667C-C48C-2E58-6085-411963E1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1E05E7-442C-6E95-F8BC-953C0092F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83A985-1B2A-F6D8-C5D8-1FA8AFBD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0B00EE-1DE1-B05D-A617-A39F74E2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D01010-AF42-B521-53BE-23DE9187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315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62160-4384-7785-BF5D-DFF8392C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B6A2A-5A13-7880-88D4-265439367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DA0C6E-CDD8-1208-B79A-66ED6877C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0BE9F6-C966-FB56-5D3F-3372AC36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82A2EF-0A44-D754-FD27-3105F967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9EFAD3-8923-C433-E8F1-C306730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703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CAADC-6C82-AB1F-3AC5-3E50BB4C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3A300D-D69D-2BA6-1CFC-0A5C3C25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F6C2EE-59C1-6839-C245-BCE3B6D88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53912F-1E97-8CDC-99CD-9DD2AB302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F682E5-54A1-22CC-46D8-9CC671C4B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71D431-73DA-DC72-65FD-822BF0A6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A43E6A-49FB-42F7-15C9-D8FFD267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5BD3C1-FD93-CC19-5325-8A161246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829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6915C-B365-5A9E-EB3F-7FD5CF15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39A630-6929-851D-258E-B6D04A08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42EE5D-9F39-9A8F-A9D2-E8C70D15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716408-41E8-6C75-918C-2C95E9A1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533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371737-BFA7-1937-D496-A8919FD9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3CDC0A-9766-3E1D-EF59-1377F0A9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00DFF7-A85F-E045-C8A3-59A28ECA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205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A4DBB-3EB7-FC3E-9DBF-B1FA6350C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D9FCFE-CD34-94A7-5778-924ECF25D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7C5F20-0695-149A-D942-D40EAEF9C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CD9A4C-9B93-B907-73A1-DAAD5C09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3CF68E-DA20-029D-4659-E8E65359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F2CE9F-9ADC-4DE5-EFB3-0AB75DAC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467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DDDD2-13B8-40C3-E40E-42A6E9C1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830840-D180-7D96-EE2E-362E51F9A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2E744A-B405-3B77-DDFC-93DE036D2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A2AFFE-BED3-1B5B-1CE7-DDDD7AEF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D61CD-BC0F-6CAC-CBDF-ADB9D2D6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67BC15-FEBC-05C0-6578-9F237025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940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C4922-9018-B618-857C-630E194F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CD9981-49C6-E456-9C2C-165CE1AE4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4940B6-28C6-0B21-0DB6-2FC71CDB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019573-06C1-15E2-A864-2B375D3D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5FAC94-FB27-D8FC-3E74-D4CD1453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797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F3B182-6B95-A3C6-3C65-9FBFDA85F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D61AF6-8347-C088-E092-3B2AAFCBA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11392A-91A8-B161-364C-E69EB8BC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7F2216-F2BC-D9D0-61A5-345EF62A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15F3-283E-A7A9-0C98-59A34A87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775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595846-6BA5-9F9F-938F-7CF7BA9A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46AEB7-A8A6-A006-A941-C66417D24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8255A0-90D2-DB59-3D24-46A41BC8E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72960-C2AF-4A91-8FBE-7279BB50CECE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192AE2-176E-2CD7-7009-5125729F2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026C03-5A8A-4A6F-2DF3-463A5062C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AE936-B796-47A3-84E4-9CD0635E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211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579ED-FE25-74A2-4E39-66A321655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VENTAS Y MÁRGENES CUENTAS POMPEYO Y KIA MERCADO LIBRE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040086-4043-E481-9FE6-976F08E00D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Información desde el 01/08/2025 hasta el 28/10/2025</a:t>
            </a:r>
          </a:p>
        </p:txBody>
      </p:sp>
    </p:spTree>
    <p:extLst>
      <p:ext uri="{BB962C8B-B14F-4D97-AF65-F5344CB8AC3E}">
        <p14:creationId xmlns:p14="http://schemas.microsoft.com/office/powerpoint/2010/main" val="416017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8065D-7912-DE32-ECB7-ED77B202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Acciones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3FBAD84-1193-60E0-9020-6C1E4FDA1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78402"/>
              </p:ext>
            </p:extLst>
          </p:nvPr>
        </p:nvGraphicFramePr>
        <p:xfrm>
          <a:off x="838200" y="1825625"/>
          <a:ext cx="10693398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948265116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3960766607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2656751106"/>
                    </a:ext>
                  </a:extLst>
                </a:gridCol>
                <a:gridCol w="2142067">
                  <a:extLst>
                    <a:ext uri="{9D8B030D-6E8A-4147-A177-3AD203B41FA5}">
                      <a16:colId xmlns:a16="http://schemas.microsoft.com/office/drawing/2014/main" val="3883577689"/>
                    </a:ext>
                  </a:extLst>
                </a:gridCol>
                <a:gridCol w="2984498">
                  <a:extLst>
                    <a:ext uri="{9D8B030D-6E8A-4147-A177-3AD203B41FA5}">
                      <a16:colId xmlns:a16="http://schemas.microsoft.com/office/drawing/2014/main" val="3754033964"/>
                    </a:ext>
                  </a:extLst>
                </a:gridCol>
                <a:gridCol w="1782233">
                  <a:extLst>
                    <a:ext uri="{9D8B030D-6E8A-4147-A177-3AD203B41FA5}">
                      <a16:colId xmlns:a16="http://schemas.microsoft.com/office/drawing/2014/main" val="42612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sz="1400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Publicaciones impactadas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Cambios aplicados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Márgenes definidos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Acciones 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Próximos pasos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328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400" dirty="0"/>
                        <a:t>Pompeyo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Actualización completa según acuerdo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Aceites: 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Hasta $19.989: 35%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Resto: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Todas las publicaciones pasaron a clásicas (menor comisión).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Se quitó envío gratis en publicaciones menores a $19.990.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Se quitó envío por mi cuenta en productos grandes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Avanzar con data nueva para nuevas publicaciones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575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400" dirty="0"/>
                        <a:t>KIA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1.060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dirty="0"/>
                        <a:t>Actualización completa según acuerdo</a:t>
                      </a:r>
                    </a:p>
                    <a:p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Aceites: 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Hasta $19.989: 35%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Resto: 20%</a:t>
                      </a:r>
                    </a:p>
                    <a:p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Todas las publicaciones pasaron a clásicas (menor comisión).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Se quitó envío gratis en publicaciones menores a $19.990.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sz="1400" dirty="0"/>
                        <a:t>Se quitó envío por mi cuenta en productos grandes</a:t>
                      </a:r>
                    </a:p>
                    <a:p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dirty="0"/>
                        <a:t>Avanzar con data nueva para nuevas publicaciones</a:t>
                      </a:r>
                    </a:p>
                    <a:p>
                      <a:endParaRPr lang="es-C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83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1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ECFE04-9461-00AC-29EE-F7B26426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Ventas y Márgenes Pompeyo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3BCC3F-6F79-04AC-3D4A-185CD46C4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396" y="1675227"/>
            <a:ext cx="849120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2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7BB840-2280-0EF6-07AF-09672E9E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Ventas y Márgenes KIA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77D5ED-F3A6-0ED2-21AB-C5B3A5AFF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991" y="1675227"/>
            <a:ext cx="825201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73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150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VENTAS Y MÁRGENES CUENTAS POMPEYO Y KIA MERCADO LIBRE</vt:lpstr>
      <vt:lpstr>Acciones</vt:lpstr>
      <vt:lpstr>Ventas y Márgenes Pompeyo</vt:lpstr>
      <vt:lpstr>Ventas y Márgenes KIA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Martín Felipe Carrasco Tallar</dc:creator>
  <cp:lastModifiedBy>Martín Felipe Carrasco Tallar</cp:lastModifiedBy>
  <cp:revision>1</cp:revision>
  <dcterms:created xsi:type="dcterms:W3CDTF">2025-11-24T12:54:15Z</dcterms:created>
  <dcterms:modified xsi:type="dcterms:W3CDTF">2025-11-24T13:03:36Z</dcterms:modified>
</cp:coreProperties>
</file>