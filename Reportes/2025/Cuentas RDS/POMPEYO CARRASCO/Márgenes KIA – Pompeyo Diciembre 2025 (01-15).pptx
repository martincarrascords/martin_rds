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128D35-61F0-48A9-8255-121E6B040067}" v="2" dt="2025-12-18T19:06:03.1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ín Felipe Carrasco Tallar" userId="ef7545600dc42369" providerId="LiveId" clId="{AE033D06-22DA-4DEB-B472-79136B7B0B68}"/>
    <pc:docChg chg="undo custSel modSld">
      <pc:chgData name="Martín Felipe Carrasco Tallar" userId="ef7545600dc42369" providerId="LiveId" clId="{AE033D06-22DA-4DEB-B472-79136B7B0B68}" dt="2025-12-19T14:35:27.133" v="282" actId="20577"/>
      <pc:docMkLst>
        <pc:docMk/>
      </pc:docMkLst>
      <pc:sldChg chg="addSp delSp modSp mod setBg addAnim delAnim">
        <pc:chgData name="Martín Felipe Carrasco Tallar" userId="ef7545600dc42369" providerId="LiveId" clId="{AE033D06-22DA-4DEB-B472-79136B7B0B68}" dt="2025-12-19T14:35:27.133" v="282" actId="20577"/>
        <pc:sldMkLst>
          <pc:docMk/>
          <pc:sldMk cId="2751059645" sldId="256"/>
        </pc:sldMkLst>
        <pc:spChg chg="mod">
          <ac:chgData name="Martín Felipe Carrasco Tallar" userId="ef7545600dc42369" providerId="LiveId" clId="{AE033D06-22DA-4DEB-B472-79136B7B0B68}" dt="2025-12-17T15:14:13.995" v="6" actId="26606"/>
          <ac:spMkLst>
            <pc:docMk/>
            <pc:sldMk cId="2751059645" sldId="256"/>
            <ac:spMk id="2" creationId="{86E13914-87B8-E20F-FE27-999CA2DCA26C}"/>
          </ac:spMkLst>
        </pc:spChg>
        <pc:spChg chg="mod">
          <ac:chgData name="Martín Felipe Carrasco Tallar" userId="ef7545600dc42369" providerId="LiveId" clId="{AE033D06-22DA-4DEB-B472-79136B7B0B68}" dt="2025-12-19T14:35:27.133" v="282" actId="20577"/>
          <ac:spMkLst>
            <pc:docMk/>
            <pc:sldMk cId="2751059645" sldId="256"/>
            <ac:spMk id="3" creationId="{BFD5550D-9015-17E6-E35A-1F478DE0679E}"/>
          </ac:spMkLst>
        </pc:spChg>
        <pc:spChg chg="add">
          <ac:chgData name="Martín Felipe Carrasco Tallar" userId="ef7545600dc42369" providerId="LiveId" clId="{AE033D06-22DA-4DEB-B472-79136B7B0B68}" dt="2025-12-17T15:14:13.995" v="6" actId="26606"/>
          <ac:spMkLst>
            <pc:docMk/>
            <pc:sldMk cId="2751059645" sldId="256"/>
            <ac:spMk id="25" creationId="{934F1179-B481-4F9E-BCA3-AFB972070F83}"/>
          </ac:spMkLst>
        </pc:spChg>
        <pc:spChg chg="add">
          <ac:chgData name="Martín Felipe Carrasco Tallar" userId="ef7545600dc42369" providerId="LiveId" clId="{AE033D06-22DA-4DEB-B472-79136B7B0B68}" dt="2025-12-17T15:14:13.995" v="6" actId="26606"/>
          <ac:spMkLst>
            <pc:docMk/>
            <pc:sldMk cId="2751059645" sldId="256"/>
            <ac:spMk id="26" creationId="{827DC2C4-B485-428A-BF4A-472D2967F47F}"/>
          </ac:spMkLst>
        </pc:spChg>
        <pc:spChg chg="add">
          <ac:chgData name="Martín Felipe Carrasco Tallar" userId="ef7545600dc42369" providerId="LiveId" clId="{AE033D06-22DA-4DEB-B472-79136B7B0B68}" dt="2025-12-17T15:14:13.995" v="6" actId="26606"/>
          <ac:spMkLst>
            <pc:docMk/>
            <pc:sldMk cId="2751059645" sldId="256"/>
            <ac:spMk id="27" creationId="{EE04B5EB-F158-4507-90DD-BD23620C7CC9}"/>
          </ac:spMkLst>
        </pc:spChg>
      </pc:sldChg>
      <pc:sldChg chg="addSp delSp modSp mod setBg">
        <pc:chgData name="Martín Felipe Carrasco Tallar" userId="ef7545600dc42369" providerId="LiveId" clId="{AE033D06-22DA-4DEB-B472-79136B7B0B68}" dt="2025-12-18T19:06:38.221" v="202" actId="1035"/>
        <pc:sldMkLst>
          <pc:docMk/>
          <pc:sldMk cId="3588702744" sldId="257"/>
        </pc:sldMkLst>
        <pc:spChg chg="mod">
          <ac:chgData name="Martín Felipe Carrasco Tallar" userId="ef7545600dc42369" providerId="LiveId" clId="{AE033D06-22DA-4DEB-B472-79136B7B0B68}" dt="2025-12-17T15:14:23.155" v="9" actId="26606"/>
          <ac:spMkLst>
            <pc:docMk/>
            <pc:sldMk cId="3588702744" sldId="257"/>
            <ac:spMk id="2" creationId="{19D0864C-39F1-22D4-418C-122F9C525F5C}"/>
          </ac:spMkLst>
        </pc:spChg>
        <pc:spChg chg="add mod">
          <ac:chgData name="Martín Felipe Carrasco Tallar" userId="ef7545600dc42369" providerId="LiveId" clId="{AE033D06-22DA-4DEB-B472-79136B7B0B68}" dt="2025-12-18T19:06:31.176" v="199" actId="1076"/>
          <ac:spMkLst>
            <pc:docMk/>
            <pc:sldMk cId="3588702744" sldId="257"/>
            <ac:spMk id="3" creationId="{A4673FF7-FD69-F71A-891B-C3DD8ABB8E0F}"/>
          </ac:spMkLst>
        </pc:spChg>
        <pc:grpChg chg="add">
          <ac:chgData name="Martín Felipe Carrasco Tallar" userId="ef7545600dc42369" providerId="LiveId" clId="{AE033D06-22DA-4DEB-B472-79136B7B0B68}" dt="2025-12-17T15:14:23.155" v="9" actId="26606"/>
          <ac:grpSpMkLst>
            <pc:docMk/>
            <pc:sldMk cId="3588702744" sldId="257"/>
            <ac:grpSpMk id="18" creationId="{BF65200E-BE19-61BA-8C12-E73CE7790A3F}"/>
          </ac:grpSpMkLst>
        </pc:grpChg>
        <pc:picChg chg="mod">
          <ac:chgData name="Martín Felipe Carrasco Tallar" userId="ef7545600dc42369" providerId="LiveId" clId="{AE033D06-22DA-4DEB-B472-79136B7B0B68}" dt="2025-12-18T18:59:06.996" v="17" actId="1076"/>
          <ac:picMkLst>
            <pc:docMk/>
            <pc:sldMk cId="3588702744" sldId="257"/>
            <ac:picMk id="5" creationId="{7E4F2519-9002-13B9-D0AF-E5BF1A260047}"/>
          </ac:picMkLst>
        </pc:picChg>
        <pc:picChg chg="mod">
          <ac:chgData name="Martín Felipe Carrasco Tallar" userId="ef7545600dc42369" providerId="LiveId" clId="{AE033D06-22DA-4DEB-B472-79136B7B0B68}" dt="2025-12-18T19:06:38.221" v="202" actId="1035"/>
          <ac:picMkLst>
            <pc:docMk/>
            <pc:sldMk cId="3588702744" sldId="257"/>
            <ac:picMk id="7" creationId="{C44E5C12-FD4F-2B01-DDA9-D87367BE0AF1}"/>
          </ac:picMkLst>
        </pc:picChg>
      </pc:sldChg>
      <pc:sldChg chg="addSp modSp mod setBg">
        <pc:chgData name="Martín Felipe Carrasco Tallar" userId="ef7545600dc42369" providerId="LiveId" clId="{AE033D06-22DA-4DEB-B472-79136B7B0B68}" dt="2025-12-18T19:07:51.327" v="235" actId="20577"/>
        <pc:sldMkLst>
          <pc:docMk/>
          <pc:sldMk cId="1176524132" sldId="258"/>
        </pc:sldMkLst>
        <pc:spChg chg="mod">
          <ac:chgData name="Martín Felipe Carrasco Tallar" userId="ef7545600dc42369" providerId="LiveId" clId="{AE033D06-22DA-4DEB-B472-79136B7B0B68}" dt="2025-12-17T15:14:28.757" v="10" actId="26606"/>
          <ac:spMkLst>
            <pc:docMk/>
            <pc:sldMk cId="1176524132" sldId="258"/>
            <ac:spMk id="2" creationId="{BEEAB744-CD6C-5AFF-FDAD-96B4D5151B52}"/>
          </ac:spMkLst>
        </pc:spChg>
        <pc:spChg chg="add mod">
          <ac:chgData name="Martín Felipe Carrasco Tallar" userId="ef7545600dc42369" providerId="LiveId" clId="{AE033D06-22DA-4DEB-B472-79136B7B0B68}" dt="2025-12-18T19:07:51.327" v="235" actId="20577"/>
          <ac:spMkLst>
            <pc:docMk/>
            <pc:sldMk cId="1176524132" sldId="258"/>
            <ac:spMk id="3" creationId="{9760E990-1A5A-55E8-871A-17E5C0FB742D}"/>
          </ac:spMkLst>
        </pc:spChg>
        <pc:grpChg chg="add">
          <ac:chgData name="Martín Felipe Carrasco Tallar" userId="ef7545600dc42369" providerId="LiveId" clId="{AE033D06-22DA-4DEB-B472-79136B7B0B68}" dt="2025-12-17T15:14:28.757" v="10" actId="26606"/>
          <ac:grpSpMkLst>
            <pc:docMk/>
            <pc:sldMk cId="1176524132" sldId="258"/>
            <ac:grpSpMk id="12" creationId="{BF65200E-BE19-61BA-8C12-E73CE7790A3F}"/>
          </ac:grpSpMkLst>
        </pc:grpChg>
        <pc:picChg chg="mod">
          <ac:chgData name="Martín Felipe Carrasco Tallar" userId="ef7545600dc42369" providerId="LiveId" clId="{AE033D06-22DA-4DEB-B472-79136B7B0B68}" dt="2025-12-18T19:05:53.296" v="193" actId="1076"/>
          <ac:picMkLst>
            <pc:docMk/>
            <pc:sldMk cId="1176524132" sldId="258"/>
            <ac:picMk id="5" creationId="{FBA9BA64-DBAB-6A09-EA78-912ED38CA657}"/>
          </ac:picMkLst>
        </pc:picChg>
        <pc:picChg chg="mod">
          <ac:chgData name="Martín Felipe Carrasco Tallar" userId="ef7545600dc42369" providerId="LiveId" clId="{AE033D06-22DA-4DEB-B472-79136B7B0B68}" dt="2025-12-18T19:06:17.930" v="197" actId="1076"/>
          <ac:picMkLst>
            <pc:docMk/>
            <pc:sldMk cId="1176524132" sldId="258"/>
            <ac:picMk id="7" creationId="{3D6C129E-1A34-A472-9DAB-A2833692B76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DB00D-B585-5D7A-A649-4F63E4F00D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0BA38F-985F-11B5-79ED-0438D3688C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EE3634-35FE-C3E6-ACBB-F7268AA9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9AB37B-BED0-1240-9D91-155029EE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6C5461-A7DA-FA86-8441-663C7D4A7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7430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A800E-E9C1-17E0-6280-42817B757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D161CF-9072-C126-2DB2-519CC0D2C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AD6283-05A9-F2B1-B5C9-AE0DD945B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E93833A-8ED2-5EEF-2F60-5CBFB224E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C9E817-F141-6C32-2B11-AD699E77C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76152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883EE7-FB43-72D8-5659-230C468E7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FF0795-0A1E-6268-30EE-CD291C1C3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EDC41C-05F4-0CD9-B619-3636311DD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78D803-EE5C-7FB1-A44B-12ACF76C6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3246F6-B5DA-9660-B430-590DA8E5C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57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5834F-5F9B-5782-9A4B-79106354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F5DB88-20AF-ACB8-3490-42CB65730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207168-EF7D-0879-A980-A4A7C63FC7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3EA797-851A-CA9C-F10A-DA7DF931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79EE4D-310D-0AC8-5865-B54E08E2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5F163E-826C-F198-C1FA-FEBB7BFBE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7626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DB9D13-18C8-0CFE-7CCC-086E06B6F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BED337-86FF-506E-3600-2E09E6F82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B7EBF1E-4F95-DA34-2BBE-01DB0F5AF3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91C96CA-41D7-87CF-EAF4-600B27344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A9C4C2-3842-4BB6-912A-290E524526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CD52E29-DCF3-08BF-D61F-A59D59311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50D671-9431-A899-38EB-2352DF46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6B8A79-85B8-E724-A5E9-8AABABB16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884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56ACD-B7E2-7FCE-42B6-8388A511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92683BF-402B-201C-3A4F-20CC53E63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9DBEE5B-AB21-6428-1632-2708B13A4A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80F4011-986D-7BAB-2379-FA8495F4A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727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3E3DB6A-7931-F1A5-E19E-B562327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5675EF-BB57-FA24-BE8D-D1DFA132B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22ABC0-FFE4-18EE-F31C-D320D02F5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29124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63B38B-A292-25DE-0ADF-BBA0C9A96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1E23E0-F969-0043-D019-10BF7A885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B9970C-95DA-B971-3044-5884C767F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079299-260E-4D2D-6C3B-DFF168E0B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DF83AC-2938-DE3B-732E-FC9E79CEC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1598D6-05AD-9B65-5766-3FBAFFF2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28286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1D256-0025-F6B8-DA08-B15DDEFB6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4A63D6-50F4-B010-EAE0-FDD87E928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E0044A4-39F1-7520-80CC-00D23F3BA6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DB25DF-3519-DF5A-745C-F3EA59592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64F85AA-5C38-ACBF-9F34-464EFDDD2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2E3FDAB-B150-089C-EFE5-63FC16F4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805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C3A29-B065-B9C1-5DB7-C4217F868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894E86-19F4-60E2-29A6-DCD9F9FB7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1FCAE0-06BD-AB63-EC89-11D1BEDA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497BF39-5C90-314C-A665-D89EC60A9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B5100A-8774-673E-4406-654DFAD38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8844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E29EF-F131-9FE8-051B-65870AA71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1421BF-CE53-F2F6-6B76-C8C837002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0B9B3D-D9E0-39B8-72F3-03BCCD7DC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CC0B3C-E8B9-BE4B-8D6D-2558AB78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27E145-5E44-D6D3-FF7D-A59AB3FF1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6543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800DB2C-0420-713C-8A70-EB0DAEDB4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E239941-5036-23A4-2550-0625A80E8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3E7711-EAB5-7FFE-3345-AB1C6194E8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1FD9D-6044-47A7-AB8C-83A3D4453CF9}" type="datetimeFigureOut">
              <a:rPr lang="es-CL" smtClean="0"/>
              <a:t>19-12-2025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8C27EF-9034-9EC1-ADDE-F4C496250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2CE5BD-1DCE-E864-AFA6-FECD7D670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F98A30-F21C-4756-B375-F061E0E09095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687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7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9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6E13914-87B8-E20F-FE27-999CA2DCA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CL" sz="7200"/>
              <a:t>Informe de Márgenes KIA – Pompeyo Diciembre 2025 (01-15)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D5550D-9015-17E6-E35A-1F478DE06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s-ES" dirty="0"/>
              <a:t>Rendimiento de ambas cuentas en </a:t>
            </a:r>
            <a:r>
              <a:rPr lang="es-ES"/>
              <a:t>Mercado Libre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105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1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3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9D0864C-39F1-22D4-418C-122F9C525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KIA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7E4F2519-9002-13B9-D0AF-E5BF1A260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218" y="817015"/>
            <a:ext cx="4311552" cy="32173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44E5C12-FD4F-2B01-DDA9-D87367BE0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7025" y="817015"/>
            <a:ext cx="5793757" cy="107184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4673FF7-FD69-F71A-891B-C3DD8ABB8E0F}"/>
              </a:ext>
            </a:extLst>
          </p:cNvPr>
          <p:cNvSpPr txBox="1"/>
          <p:nvPr/>
        </p:nvSpPr>
        <p:spPr>
          <a:xfrm>
            <a:off x="5817025" y="2228671"/>
            <a:ext cx="5793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Visitas: 5.625 (13% menos que en segunda quincena de noviembre)</a:t>
            </a:r>
          </a:p>
          <a:p>
            <a:r>
              <a:rPr lang="es-CL" dirty="0"/>
              <a:t>Conversión: 2,3% (0,1 punto porcentual más que en segunda quincena de noviembre).</a:t>
            </a:r>
          </a:p>
        </p:txBody>
      </p:sp>
    </p:spTree>
    <p:extLst>
      <p:ext uri="{BB962C8B-B14F-4D97-AF65-F5344CB8AC3E}">
        <p14:creationId xmlns:p14="http://schemas.microsoft.com/office/powerpoint/2010/main" val="3588702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BF65200E-BE19-61BA-8C12-E73CE7790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0" y="4850097"/>
            <a:ext cx="12202175" cy="2021488"/>
            <a:chOff x="-1" y="-29768"/>
            <a:chExt cx="12202175" cy="151935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CB7929-1F93-E966-9A22-29A959C2A5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E9333BF-F59E-1341-F162-50F5832385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F345832-F005-417F-6A2A-8481A275F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962663" y="-3992432"/>
              <a:ext cx="1519356" cy="944468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9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BEEAB744-CD6C-5AFF-FDAD-96B4D5151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630" y="5167418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rgbClr val="FFFFFF"/>
                </a:solidFill>
              </a:rPr>
              <a:t>POMPEYO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BA9BA64-DBAB-6A09-EA78-912ED38CA6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9778" y="870388"/>
            <a:ext cx="4250879" cy="321733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D6C129E-1A34-A472-9DAB-A2833692B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808" y="812648"/>
            <a:ext cx="6178189" cy="114296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760E990-1A5A-55E8-871A-17E5C0FB742D}"/>
              </a:ext>
            </a:extLst>
          </p:cNvPr>
          <p:cNvSpPr txBox="1"/>
          <p:nvPr/>
        </p:nvSpPr>
        <p:spPr>
          <a:xfrm>
            <a:off x="5751808" y="2272932"/>
            <a:ext cx="57937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Visitas: 2.581 (1,9% más que en segunda quincena de noviembre)</a:t>
            </a:r>
          </a:p>
          <a:p>
            <a:r>
              <a:rPr lang="es-CL" dirty="0"/>
              <a:t>Conversión: 2,3% (0,3 puntos </a:t>
            </a:r>
            <a:r>
              <a:rPr lang="es-CL"/>
              <a:t>porcentuales menos </a:t>
            </a:r>
            <a:r>
              <a:rPr lang="es-CL" dirty="0"/>
              <a:t>que en segunda quincena de noviembre).</a:t>
            </a:r>
          </a:p>
        </p:txBody>
      </p:sp>
    </p:spTree>
    <p:extLst>
      <p:ext uri="{BB962C8B-B14F-4D97-AF65-F5344CB8AC3E}">
        <p14:creationId xmlns:p14="http://schemas.microsoft.com/office/powerpoint/2010/main" val="11765241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80</Words>
  <Application>Microsoft Office PowerPoint</Application>
  <PresentationFormat>Panorámica</PresentationFormat>
  <Paragraphs>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Informe de Márgenes KIA – Pompeyo Diciembre 2025 (01-15)</vt:lpstr>
      <vt:lpstr>KIA</vt:lpstr>
      <vt:lpstr>POMPEYO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Martín Felipe Carrasco Tallar</dc:creator>
  <cp:lastModifiedBy>Martín Felipe Carrasco Tallar</cp:lastModifiedBy>
  <cp:revision>1</cp:revision>
  <dcterms:created xsi:type="dcterms:W3CDTF">2025-12-17T14:55:21Z</dcterms:created>
  <dcterms:modified xsi:type="dcterms:W3CDTF">2025-12-19T14:35:29Z</dcterms:modified>
</cp:coreProperties>
</file>