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74"/>
  </p:normalViewPr>
  <p:slideViewPr>
    <p:cSldViewPr snapToGrid="0">
      <p:cViewPr varScale="1">
        <p:scale>
          <a:sx n="124" d="100"/>
          <a:sy n="124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06241-2901-40BE-AA64-5D7BEED4E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8577F8-573B-449B-785D-601E905E1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5CEE01-45B3-DF4F-1CCE-FB0A808D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5C48ED-9F11-4BDF-0809-4D18AF687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040199-9F80-512C-31D7-E4D9A916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1496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E7207-0C43-7E30-AB91-91B2FAE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4330F-7C7D-0286-F596-568C380A7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725777-5C3A-FA7E-E39A-5BA7683F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0B8FB2-346D-ECA1-16D5-A6039BA1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2D150D-31EC-3444-3998-3FCAF604A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5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54442-1EF2-AAEB-A95C-927D36DE0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EA8ADB-0530-F68A-E88D-2EC12F16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E1023-B876-E3CC-82CB-524CA9C0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448013-869D-E6A4-1A11-5BB7F4D31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AC579F-BD12-D4B0-0CC8-C5CCE81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64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96EF74-2645-4C9F-CFFB-5AEC78D8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512485-0DFD-91F5-5757-BB96F92EE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15D53-DDCC-0D4A-5760-C4B6AF4BB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387648-3AFD-825B-D076-7451B982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ABD64-314F-3E2C-E8B8-F5B36E79B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4B517-5EBD-8589-6421-26B31D639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3837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92636-7354-6BCB-CAF0-047957CB4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8F7ED-15C2-4022-9B85-D1D0B09CB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8A8E11-DFA9-C31B-94F2-591697A00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C54FE6E-989F-273E-1280-D1510982BD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D689A1-8868-A0CE-F504-7597B0883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8D260D-C3A4-2AC3-DDF7-890D0A26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4DF2E06-1545-C848-9122-4C4ED3503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03CA94-BBF9-9282-B251-724552DB6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036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96CA8-2AF4-24EF-FCC3-C88BC8FB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4F2EF7-66E4-1045-98F2-91482A7A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F13062-9A9A-C29B-B11B-E28D8086A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88A46B-FE77-959A-157A-16EB5E65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672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1BCA003-63C6-BDA8-1445-B93ABAAC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A0E669-1C46-7AAF-BD59-3AB8C93DF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86BC72-7569-D2C1-2CA0-F25CE4B2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447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0BA19-7325-58E6-6E33-43D6D178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18730-C0C5-671A-008E-E0A15DAFD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CA0FC6-6299-A839-83EF-E910B807F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8F9840-12F0-1798-6A19-87F9A0150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E17AAB-C279-6A0F-8F29-D49455CF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BA4B5C-F4D4-24CC-13BD-80C9146F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368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BD31E-8999-58E7-EA48-A7F0391F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5756B9-48A6-BB60-1A9F-BF75F8CE1C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FB8C70-8EE3-C85C-9C40-B6DAE49C4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A90D60-A035-9BEA-0F79-FD196716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6BF777-DE01-6DAC-886B-A8D104A8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4330FE-959C-6D67-C92D-AF2B8C33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4485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AEE29-57E0-F7B3-41BD-7F060C3F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DCB6BF-10DB-0613-9485-FFA3DBBDB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C780D2-3913-73E1-B34D-77231B57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B395B8-ADF9-E12A-B867-39DA6E5C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4022AE-3906-AFAD-B646-47783A7F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90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5E3D72-6DC5-9A5B-833C-7BB6C9AE7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2C0FB1-DD13-AE36-5005-66F2E6006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3F3EFD-5900-52F6-011A-2525F371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CB5766-AFB4-FE44-E90D-142F4589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A74B86-ABFD-3EF6-5072-58986C22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077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F9B352-0E3E-4754-21AD-41AD3AAC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6D60AD-FEED-A7E2-8BFF-BE25FC52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4870E-1851-3C8F-AF89-A3C9F6BC6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47560-E30E-46E8-AF96-BB052D68E929}" type="datetimeFigureOut">
              <a:rPr lang="es-CL" smtClean="0"/>
              <a:t>05-09-25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0F7FA2-160A-91D4-F0E2-F4C561431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FCCBC0-A107-1D70-F074-B4404C368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109FA-6EC7-4DE6-AF62-AF806AAC89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738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BE9DD-6BB3-05D8-30C3-960B3DF6BD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Casos de venta Full</a:t>
            </a:r>
          </a:p>
        </p:txBody>
      </p:sp>
    </p:spTree>
    <p:extLst>
      <p:ext uri="{BB962C8B-B14F-4D97-AF65-F5344CB8AC3E}">
        <p14:creationId xmlns:p14="http://schemas.microsoft.com/office/powerpoint/2010/main" val="2087743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C823C-AFF9-AE37-E5E1-81BAE4771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31640" cy="1325563"/>
          </a:xfrm>
        </p:spPr>
        <p:txBody>
          <a:bodyPr/>
          <a:lstStyle/>
          <a:p>
            <a:r>
              <a:rPr lang="es-CL" dirty="0"/>
              <a:t>Productos </a:t>
            </a:r>
            <a:r>
              <a:rPr lang="es-CL" dirty="0" err="1"/>
              <a:t>Wolver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93D842D-6343-B118-7BF3-FDB7A689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44320"/>
            <a:ext cx="7825043" cy="44094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2DAE57-2761-32A6-E43A-84CB8F2E54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62" y="4592483"/>
            <a:ext cx="5482801" cy="17306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8E1956D-0C1D-406F-F091-3D1CCAA480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038" y="4592483"/>
            <a:ext cx="5013046" cy="173060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A207900-9D6F-5A4A-BD90-CFD8FEAB493E}"/>
              </a:ext>
            </a:extLst>
          </p:cNvPr>
          <p:cNvSpPr txBox="1"/>
          <p:nvPr/>
        </p:nvSpPr>
        <p:spPr>
          <a:xfrm>
            <a:off x="3926128" y="5583955"/>
            <a:ext cx="1679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DD93E15-5792-FC38-8DC5-91F660AE1838}"/>
              </a:ext>
            </a:extLst>
          </p:cNvPr>
          <p:cNvSpPr txBox="1"/>
          <p:nvPr/>
        </p:nvSpPr>
        <p:spPr>
          <a:xfrm>
            <a:off x="9633098" y="5583955"/>
            <a:ext cx="2032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 (No se puede bajar más)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91A9D8E-C6AD-1020-5F9E-7F5E50F3AA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763" y="6323092"/>
            <a:ext cx="7772400" cy="43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7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AB952-9272-6F1A-8AEE-14FA9261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2440" cy="1325563"/>
          </a:xfrm>
        </p:spPr>
        <p:txBody>
          <a:bodyPr/>
          <a:lstStyle/>
          <a:p>
            <a:r>
              <a:rPr lang="es-CL" dirty="0"/>
              <a:t>Productos </a:t>
            </a:r>
            <a:r>
              <a:rPr lang="es-CL" dirty="0" err="1"/>
              <a:t>Mannol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D5D50D3-29FC-2C1D-77DA-321D5565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0791"/>
            <a:ext cx="7096760" cy="395641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0E2B0D7-C5BB-37DF-D3E2-640E64DA2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09" y="4216073"/>
            <a:ext cx="4293939" cy="12346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96A2487-0B97-33D7-B631-0138B2C0174B}"/>
              </a:ext>
            </a:extLst>
          </p:cNvPr>
          <p:cNvSpPr txBox="1"/>
          <p:nvPr/>
        </p:nvSpPr>
        <p:spPr>
          <a:xfrm>
            <a:off x="3248897" y="4838539"/>
            <a:ext cx="171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BA7632D-D853-E563-8040-CBF7D066C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822" y="4212288"/>
            <a:ext cx="6865029" cy="180747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FE37B8B-9050-7618-95FD-DB7295783162}"/>
              </a:ext>
            </a:extLst>
          </p:cNvPr>
          <p:cNvSpPr txBox="1"/>
          <p:nvPr/>
        </p:nvSpPr>
        <p:spPr>
          <a:xfrm>
            <a:off x="9510410" y="5266051"/>
            <a:ext cx="200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 (No se ha comprado más)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8FC4069-A7A9-5A73-7207-25F4BA471B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861" y="6221319"/>
            <a:ext cx="7772400" cy="4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489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1C8D3F-AF2B-5412-057C-952E340C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841240" cy="1325563"/>
          </a:xfrm>
        </p:spPr>
        <p:txBody>
          <a:bodyPr/>
          <a:lstStyle/>
          <a:p>
            <a:r>
              <a:rPr lang="es-CL" dirty="0"/>
              <a:t>Cremallera </a:t>
            </a:r>
            <a:r>
              <a:rPr lang="es-CL" dirty="0" err="1"/>
              <a:t>Sail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818053-D0EC-233A-198E-A9B981A1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3" y="1574800"/>
            <a:ext cx="8331753" cy="467598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69ADB97-7A52-33FE-187D-A261D6592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63" y="4744557"/>
            <a:ext cx="4447067" cy="16661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620B767-1301-171B-2F9D-36C273747138}"/>
              </a:ext>
            </a:extLst>
          </p:cNvPr>
          <p:cNvSpPr txBox="1"/>
          <p:nvPr/>
        </p:nvSpPr>
        <p:spPr>
          <a:xfrm>
            <a:off x="3455581" y="5741581"/>
            <a:ext cx="159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5EC1BC1-2666-4B01-0289-35837C9B9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84" y="6356943"/>
            <a:ext cx="7772400" cy="41173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B14AD8-8112-5DF4-01DC-EBBC63E9D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5531" y="4474904"/>
            <a:ext cx="4941777" cy="161659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306448F-C58A-A910-5661-A846A8059581}"/>
              </a:ext>
            </a:extLst>
          </p:cNvPr>
          <p:cNvSpPr txBox="1"/>
          <p:nvPr/>
        </p:nvSpPr>
        <p:spPr>
          <a:xfrm>
            <a:off x="8464409" y="5327454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 (No se puede bajar más)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900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B93BD-0F31-C905-70D3-3DD86120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89400" cy="1325563"/>
          </a:xfrm>
        </p:spPr>
        <p:txBody>
          <a:bodyPr/>
          <a:lstStyle/>
          <a:p>
            <a:r>
              <a:rPr lang="es-CL" dirty="0"/>
              <a:t>Embrague KIA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5D26B7-F493-656F-E490-EC8BD1B3C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0" y="1499900"/>
            <a:ext cx="7172960" cy="401456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00A06DF-B5F9-35CE-F430-6A54AE7E2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9" y="4889844"/>
            <a:ext cx="5570721" cy="14270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63215F2-2D21-E82E-D0E3-DECF6298A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1070" y="4889844"/>
            <a:ext cx="5183786" cy="151372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A5C9683-A064-D93E-7E4B-4E29FF218A43}"/>
              </a:ext>
            </a:extLst>
          </p:cNvPr>
          <p:cNvSpPr txBox="1"/>
          <p:nvPr/>
        </p:nvSpPr>
        <p:spPr>
          <a:xfrm>
            <a:off x="3721395" y="5699051"/>
            <a:ext cx="1722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06DC7E-CE42-53CB-442A-55694A80D81C}"/>
              </a:ext>
            </a:extLst>
          </p:cNvPr>
          <p:cNvSpPr txBox="1"/>
          <p:nvPr/>
        </p:nvSpPr>
        <p:spPr>
          <a:xfrm>
            <a:off x="9139098" y="5699051"/>
            <a:ext cx="194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547577A-6971-72CE-91F2-4861A77B9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270" y="6378845"/>
            <a:ext cx="7772400" cy="38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9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F1BDA-D35E-2219-9E8F-0B53EFEA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77560" cy="1325563"/>
          </a:xfrm>
        </p:spPr>
        <p:txBody>
          <a:bodyPr/>
          <a:lstStyle/>
          <a:p>
            <a:r>
              <a:rPr lang="es-CL" dirty="0"/>
              <a:t>Embrague Hyundai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753563-B43B-D36E-378B-58AD1B37A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0022"/>
            <a:ext cx="7210635" cy="40579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9B3C3B-6613-DC4E-535F-EA48510FE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523" y="4754309"/>
            <a:ext cx="4897032" cy="15343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E7CEFE3-C37C-E740-25B7-D05BCF1BE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43" y="4754309"/>
            <a:ext cx="6014780" cy="166137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42C8240-C572-C8F0-BF3E-D8F320F1CA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78" y="6193313"/>
            <a:ext cx="7772400" cy="42657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9DE790-30C1-B9EA-41B6-40551842B519}"/>
              </a:ext>
            </a:extLst>
          </p:cNvPr>
          <p:cNvSpPr txBox="1"/>
          <p:nvPr/>
        </p:nvSpPr>
        <p:spPr>
          <a:xfrm>
            <a:off x="3776980" y="5337544"/>
            <a:ext cx="186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F2A2B2-D0A0-5046-4119-880D96871598}"/>
              </a:ext>
            </a:extLst>
          </p:cNvPr>
          <p:cNvSpPr txBox="1"/>
          <p:nvPr/>
        </p:nvSpPr>
        <p:spPr>
          <a:xfrm>
            <a:off x="9548037" y="5584994"/>
            <a:ext cx="143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111356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94A3D-2E77-EAC4-2914-EEA2D567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57240" cy="1325563"/>
          </a:xfrm>
        </p:spPr>
        <p:txBody>
          <a:bodyPr/>
          <a:lstStyle/>
          <a:p>
            <a:r>
              <a:rPr lang="es-CL" dirty="0"/>
              <a:t>Embrague Chevrolet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2E9391-F96C-4645-3687-9D0E158D5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9461"/>
            <a:ext cx="7620000" cy="428071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77CA7FA-69E5-6587-BF0E-7A8939B2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75" y="4827474"/>
            <a:ext cx="5695359" cy="16654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FFDE4A9-F4FC-481B-8648-8762D67DA7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86" y="4905115"/>
            <a:ext cx="5857240" cy="15877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87660AD-2439-1F85-91D6-5DCC89AAA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226" y="6289675"/>
            <a:ext cx="7772400" cy="40639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481AE80-749F-9D42-5536-19FD39ED192F}"/>
              </a:ext>
            </a:extLst>
          </p:cNvPr>
          <p:cNvSpPr txBox="1"/>
          <p:nvPr/>
        </p:nvSpPr>
        <p:spPr>
          <a:xfrm>
            <a:off x="3766820" y="5660174"/>
            <a:ext cx="1964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Competencia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DD9692-3EDD-9CC2-28D0-60E1AA0AB4EC}"/>
              </a:ext>
            </a:extLst>
          </p:cNvPr>
          <p:cNvSpPr txBox="1"/>
          <p:nvPr/>
        </p:nvSpPr>
        <p:spPr>
          <a:xfrm>
            <a:off x="9718158" y="5698995"/>
            <a:ext cx="2160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highlight>
                  <a:srgbClr val="FF0000"/>
                </a:highlight>
              </a:rPr>
              <a:t>RDS</a:t>
            </a:r>
          </a:p>
        </p:txBody>
      </p:sp>
    </p:spTree>
    <p:extLst>
      <p:ext uri="{BB962C8B-B14F-4D97-AF65-F5344CB8AC3E}">
        <p14:creationId xmlns:p14="http://schemas.microsoft.com/office/powerpoint/2010/main" val="373697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AD491-31CE-A02E-3526-6E8F1774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Solo estos 6 ejemplos representan 30,84 % de la caída total de Full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3FC32-F029-EE97-248F-DF12D204F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9312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13268-FE15-EB4F-8425-5EA545AA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400" dirty="0"/>
              <a:t>Acciones que se están realizando para cambiar tendencia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8313B-67D1-41B2-C7E4-44579E502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354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s-CL" sz="1800" dirty="0"/>
              <a:t>Envíos de productos nuevos; </a:t>
            </a:r>
          </a:p>
          <a:p>
            <a:pPr>
              <a:buFontTx/>
              <a:buChar char="-"/>
            </a:pPr>
            <a:endParaRPr lang="es-CL" sz="1800" dirty="0"/>
          </a:p>
          <a:p>
            <a:r>
              <a:rPr lang="es-CL" sz="1800" dirty="0"/>
              <a:t>Se enviaron 294 pastillas de freno de importadora </a:t>
            </a:r>
            <a:r>
              <a:rPr lang="es-CL" sz="1800" dirty="0" err="1"/>
              <a:t>Italfrenos</a:t>
            </a:r>
            <a:r>
              <a:rPr lang="es-CL" sz="1800" dirty="0"/>
              <a:t> (Productos que estaban en bodega), generarían + 9.500.000 en ventas.</a:t>
            </a:r>
          </a:p>
          <a:p>
            <a:endParaRPr lang="es-CL" sz="1800" dirty="0"/>
          </a:p>
          <a:p>
            <a:r>
              <a:rPr lang="es-CL" sz="1800" dirty="0"/>
              <a:t>Se hizo una selección de neumáticos para enviar a full, generarían +4.000.000 en ventas.</a:t>
            </a:r>
          </a:p>
          <a:p>
            <a:endParaRPr lang="es-CL" sz="1800" dirty="0"/>
          </a:p>
          <a:p>
            <a:r>
              <a:rPr lang="es-CL" sz="1800" dirty="0"/>
              <a:t>Se aumentó la cantidad de publicaciones en un 28%, pasamos de 620 publicaciones a 870 y se seguirá aumentando.</a:t>
            </a:r>
          </a:p>
          <a:p>
            <a:endParaRPr lang="es-CL" sz="1800" dirty="0"/>
          </a:p>
          <a:p>
            <a:r>
              <a:rPr lang="es-CL" sz="1800" dirty="0"/>
              <a:t>Se seleccionarán productos de importadoras </a:t>
            </a:r>
            <a:r>
              <a:rPr lang="es-CL" sz="1800" dirty="0" err="1"/>
              <a:t>Automarco</a:t>
            </a:r>
            <a:r>
              <a:rPr lang="es-CL" sz="1800" dirty="0"/>
              <a:t>, </a:t>
            </a:r>
            <a:r>
              <a:rPr lang="es-CL" sz="1800" dirty="0" err="1"/>
              <a:t>Gabtec</a:t>
            </a:r>
            <a:r>
              <a:rPr lang="es-CL" sz="1800" dirty="0"/>
              <a:t>, </a:t>
            </a:r>
            <a:r>
              <a:rPr lang="es-CL" sz="1800" dirty="0" err="1"/>
              <a:t>Autotec</a:t>
            </a:r>
            <a:r>
              <a:rPr lang="es-CL" sz="1800" dirty="0"/>
              <a:t> para enviarlos a full</a:t>
            </a:r>
          </a:p>
          <a:p>
            <a:endParaRPr lang="es-CL" sz="1800" dirty="0"/>
          </a:p>
          <a:p>
            <a:endParaRPr lang="es-CL" sz="1800" dirty="0"/>
          </a:p>
          <a:p>
            <a:pPr>
              <a:buFontTx/>
              <a:buChar char="-"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920037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149</Words>
  <Application>Microsoft Macintosh PowerPoint</Application>
  <PresentationFormat>Panorámica</PresentationFormat>
  <Paragraphs>31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Casos de venta Full</vt:lpstr>
      <vt:lpstr>Productos Wolver</vt:lpstr>
      <vt:lpstr>Productos Mannol</vt:lpstr>
      <vt:lpstr>Cremallera Sail</vt:lpstr>
      <vt:lpstr>Embrague KIA</vt:lpstr>
      <vt:lpstr>Embrague Hyundai</vt:lpstr>
      <vt:lpstr>Embrague Chevrolet</vt:lpstr>
      <vt:lpstr>Solo estos 6 ejemplos representan 30,84 % de la caída total de Full</vt:lpstr>
      <vt:lpstr>Acciones que se están realizando para cambiar tendencia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Casos de venta Full</dc:title>
  <dc:creator>Martín Felipe Carrasco Tallar</dc:creator>
  <cp:lastModifiedBy>Martín Carrasco</cp:lastModifiedBy>
  <cp:revision>5</cp:revision>
  <dcterms:created xsi:type="dcterms:W3CDTF">2025-09-02T20:56:29Z</dcterms:created>
  <dcterms:modified xsi:type="dcterms:W3CDTF">2025-09-05T14:23:30Z</dcterms:modified>
</cp:coreProperties>
</file>